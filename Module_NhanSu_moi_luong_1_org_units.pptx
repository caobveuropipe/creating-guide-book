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38404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FEATURE TEST PLAN • LUỒNG 1: ORGUNITS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HƯỚNG DẪN THAO TÁC &amp; KIỂM THỬ UI</a:t>
            </a:r>
          </a:p>
          <a:p>
            <a:pPr>
              <a:spcBef>
                <a:spcPts val="800"/>
              </a:spcBef>
              <a:defRPr sz="3000" b="1">
                <a:solidFill>
                  <a:srgbClr val="38BDF8"/>
                </a:solidFill>
              </a:defRPr>
            </a:pPr>
            <a:r>
              <a:t>Cơ Cấu Tổ Chức &amp; Đơn Vị Phân Cấp (OrgUnits)</a:t>
            </a:r>
          </a:p>
          <a:p>
            <a:pPr>
              <a:spcBef>
                <a:spcPts val="1800"/>
              </a:spcBef>
              <a:defRPr sz="1400">
                <a:solidFill>
                  <a:srgbClr val="94A3B8"/>
                </a:solidFill>
              </a:defRPr>
            </a:pPr>
            <a:r>
              <a:t>Kế hoạch kiểm thử toàn diện • Cây phân cấp 6 tầng • Chuẩn hóa tên đơn vị • Cascade Deactivation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Dự án: Module_NhanSu_moi • Đường dẫn tài liệu: .agents/active/dev-ui-workflow-testing/FEATURE_PLAN.md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VCC HR TOOL • LUỒNG 1: CƠ CẤU TỔ CHỨC &amp; ĐƠN VỊ (ORGUNITS)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1. Tổng Quan Nghiệp Vụ &amp; Ma Trận Cây 6 Cấp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MÔ HÌNH PHÂN CẤP 6 TẦNG (ORG TREE)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Cấp 1 - Khối (khoi): Cấp cao nhất phân lập quyền dữ liệu (EA, SA, VI, VA).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Cấp 2 - Ban / BU / TT (bu): Khối doanh nghiệp, Ban điều hành, Trung tâm trực thuộc.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Cấp 3 - Phòng ban (phong_ban): Đơn vị vận hành chuyên trách, gắn liền nhân sự trực tiếp.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Cấp 4 - Bộ phận (bo_phan): Phân nhánh nghiệp vụ nội bộ phòng ban.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Cấp 5 - Tổ / Nhóm / Team (nhom_team): Tổ đội kỹ thuật, nhóm dự án hạt nhân.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Cấp 6 - Line nhân sự (line_nhan_su): Danh mục phân nhóm chức danh và cấu chế lương.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30352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NGUYÊN TẮC BẤT BIẾN &amp; ĐIỂM CHẠM P6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✔ Phân quyền đa cấp độ (Scope Guard):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SuperAdmin (toàn quyền), Executive Admin (quản trị theo Khối), Viewer (chỉ đọc).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✔ Ràng buộc cùng Khối (Khoi Constraint):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Node con kế thừa trực tiếp mã Khối của cha. Chặn tuyệt đối gán lệch Khối.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✔ Trigger chuẩn hóa tự động: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Trigger fn_trg_org_units_normalize_name tự động trim khoảng trắng thừa và chuẩn hóa chuỗi.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✔ Cascade Deactivation Guard: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Chặn vô hiệu hóa đơn vị nếu có nhân sự đang active hoặc có node con chưa đóng.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✔ Bảo toàn Temporal Assignment: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Thay đổi vị trí phòng ban không ghi đè lịch sử cũ, lưu qua employee_org_assignments.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VCC HR TOOL • LUỒNG 1: CƠ CẤU TỔ CHỨC &amp; ĐƠN VỊ (ORGUNITS)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2. Danh Mục Các Trường Hợp Kiểm Thử UI (Test Cases Matrix)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4480560"/>
                <a:gridCol w="164592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Mã Kịch Bản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Nội Dung &amp; Thao Tác UI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Kết Quả Mong Đợi (Expected Outcome)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Checklist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Kịch bản 1.1</a:t>
                      </a:r>
                      <a:br/>
                      <a:r>
                        <a:t>Xem cây tổ chức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Mở /admin/org-units, click mở rộng Khối -&gt; BU -&gt; Phòng ban -&gt; Bộ phận -&gt; Nhóm team.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Cây đa cột bung mượt mà, đúng 626 đơn vị thực tế, không lặp node, không gãy nhánh, không N+1 loop.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Kịch bản 1.2</a:t>
                      </a:r>
                      <a:br/>
                      <a:r>
                        <a:t>Tạo đơn vị mới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Bấm nút (+) trên tiêu đề cột con, nhập tên 'Phòng Thử Nghiệm UI' và chọn cấp trực thuộc.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API POST trả 201 Created kèm UUID. Đơn vị mới xuất hiện ngay trên cây, tự chuẩn hóa khoảng trắng.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Kịch bản 1.3</a:t>
                      </a:r>
                      <a:br/>
                      <a:r>
                        <a:t>Sửa thông tin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Bấm nút (...) tại đơn vị -&gt; Chọn 'Sửa tên' -&gt; Đổi tên đơn vị -&gt; Bấm Lưu.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API PUT/PATCH cập nhật thành công, trigger chuẩn hóa tên, UI đồng bộ ngay không cần F5.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Kịch bản 1.4</a:t>
                      </a:r>
                      <a:br/>
                      <a:r>
                        <a:t>Cascade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Case A: Vô hiệu hóa phòng ban rỗng -&gt; Thành công.</a:t>
                      </a:r>
                      <a:br/>
                      <a:r>
                        <a:t>Case B: Vô hiệu hóa phòng ban đang có nhân viên.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Case A: Chuyển inactive an toàn.</a:t>
                      </a:r>
                      <a:br/>
                      <a:r>
                        <a:t>Case B: Hệ thống chặn và cảnh báo lỗi CASCADE_DEACTIVATE_REQUIRED.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Kịch bản 1.5</a:t>
                      </a:r>
                      <a:br/>
                      <a:r>
                        <a:t>Lọc &amp; Tìm kiếm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1. Chọn 'Lọc theo Khối' trên dropdown.</a:t>
                      </a:r>
                      <a:br/>
                      <a:r>
                        <a:t>2. Gõ từ khóa 'Soha' trên ô tìm kiếm.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Giao diện lọc tức thì theo thời gian thực (&lt; 200ms), hiển thị chính xác node khớp từ khóa.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BẢO VỆ PHÂN HỆ QUẢN TRỊ (PROTECTED ROUTE)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Bước 1: Xác Thực Bảo Mật &amp; Cổng Đăng Nhập SSO</a:t>
            </a:r>
          </a:p>
        </p:txBody>
      </p:sp>
      <p:pic>
        <p:nvPicPr>
          <p:cNvPr id="3" name="Picture 2" descr="01_login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463040"/>
            <a:ext cx="38404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CÁC BƯỚC THAO TÁC</a:t>
            </a:r>
          </a:p>
          <a:p>
            <a:pPr>
              <a:spcBef>
                <a:spcPts val="1000"/>
              </a:spcBef>
              <a:defRPr sz="1050" b="1">
                <a:solidFill>
                  <a:srgbClr val="1E293B"/>
                </a:solidFill>
              </a:defRPr>
            </a:pPr>
            <a:r>
              <a:t>1. Truy cập đường dẫn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Mở trình duyệt truy cập: /admin/org-units.</a:t>
            </a:r>
          </a:p>
          <a:p>
            <a:pPr>
              <a:spcBef>
                <a:spcPts val="1000"/>
              </a:spcBef>
              <a:defRPr sz="1050" b="1">
                <a:solidFill>
                  <a:srgbClr val="1E293B"/>
                </a:solidFill>
              </a:defRPr>
            </a:pPr>
            <a:r>
              <a:t>2. Cơ chế ProtectedRoute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Hệ thống tự động kiểm tra token phiên làm việc. Nếu chưa đăng nhập, tự điều hướng về màn hình bảo vệ.</a:t>
            </a:r>
          </a:p>
          <a:p>
            <a:pPr>
              <a:spcBef>
                <a:spcPts val="1000"/>
              </a:spcBef>
              <a:defRPr sz="1050" b="1">
                <a:solidFill>
                  <a:srgbClr val="1E293B"/>
                </a:solidFill>
              </a:defRPr>
            </a:pPr>
            <a:r>
              <a:t>3. Đăng nhập Google Workspace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Bấm nút 'Đăng nhập với Google' (khoanh tròn đỏ số 1). Sử dụng tài khoản công ty @vccorp.vn.</a:t>
            </a:r>
          </a:p>
          <a:p>
            <a:pPr>
              <a:spcBef>
                <a:spcPts val="1000"/>
              </a:spcBef>
              <a:defRPr sz="1050" b="1">
                <a:solidFill>
                  <a:srgbClr val="1E293B"/>
                </a:solidFill>
              </a:defRPr>
            </a:pPr>
            <a:r>
              <a:t>4. Nhận diện quyền truy cập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Hệ thống xác thực vai trò (SuperAdmin / EA / Viewer) và mở khóa giao diện quản trị cây tổ chức.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GIAO DIỆN TƯƠNG TÁC THỰC TẾ (LIVE UI DEV)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Bước 2: Thao Tác Mở Rộng Cây Cơ Cấu Tổ Chức Đa Cột</a:t>
            </a:r>
          </a:p>
        </p:txBody>
      </p:sp>
      <p:pic>
        <p:nvPicPr>
          <p:cNvPr id="3" name="Picture 2" descr="01_huong_dan_cay_to_ch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949440" cy="4343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463040"/>
            <a:ext cx="356616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QUY TRÌNH THAO TÁC CÂY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① Chọn Khối Admicro (Cấp 1)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Bấm vào Khối 'Admicro' tại cột đầu tiên. Hệ thống kích hoạt nạp danh sách BU thành viên.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② Chọn BU 'Sản phẩm lõi' (Cấp 2)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Tại cột BU bung ra, bấm chọn 'Sản phẩm lõi'.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③ Cột Phòng ban bung ra (Cấp 3)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Cột Phòng ban hiển thị 4 đơn vị: Branding &amp; Martech, Admatic, Performance, PR Solution.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④ Cấp Bộ phận &amp; Nhóm (Cấp 4-5)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Click tiếp vào phòng ban để xem các bộ phận con như Rubyk Agency, Dự án Media OS.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✔ Tối ưu hiệu năng render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Cơ chế Lazy-cascade giúp giao diện siêu nhẹ, phản hồi tức thì dưới 100ms.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QUẢN TRỊ VÒNG ĐỜI ĐƠN VỊ TỔ CHỨC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Bước 3: Thao Tác Tạo Mới, Sửa Tên &amp; Vô Hiệu Hóa</a:t>
            </a:r>
          </a:p>
        </p:txBody>
      </p:sp>
      <p:pic>
        <p:nvPicPr>
          <p:cNvPr id="3" name="Picture 2" descr="02_huong_dan_menu_thao_t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949440" cy="4343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463040"/>
            <a:ext cx="356616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E11D48"/>
                </a:solidFill>
              </a:defRPr>
            </a:pPr>
            <a:r>
              <a:t>CHI TIẾT ĐIỂM THAO TÁC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❶ Nút (...) Quản trị đơn vị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Click nút ba chấm tại mỗi item để mở Menu chức năng: Sửa tên đơn vị, Kích hoạt lại hoặc Vô hiệu hóa.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❷ Nút (+) Thêm đơn vị con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Bấm nút (+) màu xanh trên tiêu đề cột Phòng ban hoặc BU để tạo mới đơn vị trực thuộc node đang chọn.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❸ Hộp thoại Modal tạo mới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Nhập tên đơn vị. Hệ thống tự động kế thừa đơn vị cha và Khối quản lý (Context-Locked).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❹ Bộ lọc &amp; Tìm kiếm nhanh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Dùng thanh tìm kiếm để tra cứu tức thì tên đơn vị mà không cần duyệt cây thủ công.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TÍNH NĂNG TÌM KIẾM &amp; CHUYỂN ĐỔI TRẠNG THÁI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Bước 4: Tra Cứu Đơn Vị &amp; Quản Lý Đơn Vị Đã Đóng</a:t>
            </a:r>
          </a:p>
        </p:txBody>
      </p:sp>
      <p:pic>
        <p:nvPicPr>
          <p:cNvPr id="3" name="Picture 2" descr="04_search_so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949440" cy="4343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463040"/>
            <a:ext cx="356616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CÁC CHỨC NĂNG TRA CỨU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1. Tìm kiếm theo tên (Search)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Nhập từ khóa (ví dụ: 'Soha'). Danh sách lọc ngay các node phù hợp trên toàn cây tổ chức.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2. Lọc theo Khối chuyên biệt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Chọn Khối trên dropdown để cô lập không gian làm việc cho từng EA chuyên trách.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3. Toggle đơn vị đã vô hiệu hóa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Gạt nút 'Hiển thị đơn vị đã vô hiệu hóa' để tra cứu các phòng ban/BU lịch sử đã ngừng hoạt động.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4. Tab Line Nhân sự Global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Chuyển sang tab bên cạnh để quản lý danh mục Line nhân sự dùng chung toàn công 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ĐẢM BẢO TÍNH TOÀN VẸN VÀ HIỆU NĂNG HỆ THỐNG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3. Điểm Rủi Ro Kỹ Thuật (P6 Checkpoints) &amp; Khuyến Nghị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TRUY VẤN ĐỆ QUY &amp; HIỆU NĂNG N+1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Cây tổ chức có hơn 626 đơn vị, backend nạp qua single-pass query kết hợp Drizzle ORM.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Frontend chia theo từng cột chọn lựa cấp cha, triệt tiêu nguy cơ vòng lặp đệ quy vô hạn hoặc treo trang (White screen).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Tuân thủ trần giới hạn ORG_UNIT_MAX_ROWS = 1000 bản ghi.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RÀNG BUỘC PHÂN CẤP &amp; SCOPE GUARD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Mọi thao tác di chuyển nhánh (Reparenting) hoặc tạo đơn vị con bắt buộc cùng Khối với node cha.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Đổi tên Root Khối là đặc quyền riêng của SuperAdmin (SA).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Tự động chuẩn hóa khoảng trắng thừa tránh duplicate key trong DB.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E11D48"/>
                </a:solidFill>
              </a:defRPr>
            </a:pPr>
            <a:r>
              <a:t>BẢO TOÀN LỊCH SỬ TEMPORAL ASSIGNMENT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Vô hiệu hóa đơn vị không xóa cứng (Hard delete) dữ liệu trong database.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Lịch sử công tác của nhân viên tại đơn vị cũ được bảo toàn nguyên vẹn qua bảng employee_org_assignments.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Cascade Guard ngăn chặn rủi ro làm mất thông tin đơn vị trực thuộc của nhân sự đang active.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