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420624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FEATURE TEST PLAN • LUỒNG 1: ORGUNITS (v2)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HƯỚNG DẪN THAO TÁC &amp; KIỂM THỬ UI</a:t>
            </a:r>
          </a:p>
          <a:p>
            <a:pPr>
              <a:spcBef>
                <a:spcPts val="800"/>
              </a:spcBef>
              <a:defRPr sz="3000" b="1">
                <a:solidFill>
                  <a:srgbClr val="38BDF8"/>
                </a:solidFill>
              </a:defRPr>
            </a:pPr>
            <a:r>
              <a:t>Cơ Cấu Tổ Chức &amp; Đơn Vị Phân Cấp (OrgUnits)</a:t>
            </a:r>
          </a:p>
          <a:p>
            <a:pPr>
              <a:spcBef>
                <a:spcPts val="1800"/>
              </a:spcBef>
              <a:defRPr sz="1400">
                <a:solidFill>
                  <a:srgbClr val="94A3B8"/>
                </a:solidFill>
              </a:defRPr>
            </a:pPr>
            <a:r>
              <a:t>Kế hoạch kiểm thử chi tiết • Cây 5 tầng &amp; Line nhân sự • Chuẩn hóa tên tự động • Cascade Guard an toàn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Mã tài liệu: Huong_Dan_Test_UI_Luong_1_OrgUnits_v2.pptx • Dự án: Module_NhanSu_moi • Cập nhật: 18/09/2026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VCC HR TOOL • LUỒNG 1: CƠ CẤU TỔ CHỨC &amp; ĐƠN VỊ (ORGUNITS) • PHIÊN BẢN V2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1. Tổng Quan Nghiệp Vụ &amp; Ma Trận Cây 6 Cấp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MÔ HÌNH PHÂN CẤP 6 TẦNG (ORG TREE)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Cấp 1 - Khối (khoi): Cấp cao nhất phân lập quyền dữ liệu (EA, SA, VI, VA).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Cấp 2 - Ban / BU / TT (bu): Khối doanh nghiệp, Ban điều hành, Trung tâm trực thuộc.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Cấp 3 - Phòng ban (phong_ban): Đơn vị vận hành chuyên trách, gắn liền nhân sự trực tiếp.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Cấp 4 - Bộ phận (bo_phan): Phân nhánh nghiệp vụ nội bộ phòng ban.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Cấp 5 - Tổ / Nhóm / Team (nhom_team): Tổ đội kỹ thuật, nhóm dự án hạt nhân.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Cấp 6 - Line nhân sự (line_nhan_su): Danh mục phân nhóm chức danh và cấu chế lương.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463040"/>
            <a:ext cx="530352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NGUYÊN TẮC BẤT BIẾN &amp; ĐIỂM CHẠM P6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✔ Phân quyền đa cấp độ (Scope Guard):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   SuperAdmin (toàn quyền), Executive Admin (quản trị theo Khối), Viewer (chỉ đọc).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✔ Ràng buộc cùng Khối (Khoi Constraint):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   Node con kế thừa trực tiếp mã Khối của cha. Chặn tuyệt đối gán lệch Khối.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✔ Trigger chuẩn hóa tự động: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   Trigger fn_trg_org_units_normalize_name tự động trim khoảng trắng thừa và chuẩn hóa chuỗi.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✔ Cascade Deactivation Guard: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   Chặn vô hiệu hóa đơn vị nếu có nhân sự đang active hoặc có node con chưa đóng.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✔ Bảo toàn Temporal Assignment: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   Thay đổi vị trí phòng ban không ghi đè lịch sử cũ, lưu qua employee_org_assignments.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VCC HR TOOL • LUỒNG 1: CƠ CẤU TỔ CHỨC &amp; ĐƠN VỊ (ORGUNITS) • PHIÊN BẢN V2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2. Kế Hoạch &amp; Ma Trận Kiểm Thử UI Luồng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4480560"/>
                <a:gridCol w="164592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Mã Kịch Bản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Nội Dung &amp; Thao Tác UI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Kết Quả Mong Đợi (Expected Outcome)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Checklist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Kịch bản 1.1</a:t>
                      </a:r>
                      <a:br/>
                      <a:r>
                        <a:t>Xem cây tổ chức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Mở /admin/org-units, click mở rộng Khối -&gt; BU -&gt; Phòng ban -&gt; Bộ phận -&gt; Nhóm team.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Cây đa cột bung mượt mà, đúng 626 đơn vị thực tế, không lặp node, không gãy nhánh, không N+1 loop.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Kịch bản 1.2</a:t>
                      </a:r>
                      <a:br/>
                      <a:r>
                        <a:t>Tạo đơn vị mới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Bấm nút (+) trên tiêu đề cột con, nhập tên 'Phòng Thử Nghiệm UI' và chọn cấp trực thuộc.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API POST trả 201 Created kèm UUID. Đơn vị mới xuất hiện ngay trên cây, tự chuẩn hóa khoảng trắng.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Kịch bản 1.3</a:t>
                      </a:r>
                      <a:br/>
                      <a:r>
                        <a:t>Sửa thông tin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Bấm nút (...) tại đơn vị -&gt; Chọn 'Sửa tên' -&gt; Đổi tên đơn vị -&gt; Bấm Lưu.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API PUT/PATCH cập nhật thành công, trigger chuẩn hóa tên, UI đồng bộ ngay không cần F5.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Kịch bản 1.4</a:t>
                      </a:r>
                      <a:br/>
                      <a:r>
                        <a:t>Cascade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Case A: Vô hiệu hóa phòng ban rỗng -&gt; Thành công.</a:t>
                      </a:r>
                      <a:br/>
                      <a:r>
                        <a:t>Case B: Vô hiệu hóa phòng ban đang có nhân viên.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Case A: Chuyển inactive an toàn.</a:t>
                      </a:r>
                      <a:br/>
                      <a:r>
                        <a:t>Case B: Hệ thống chặn và cảnh báo lỗi CASCADE_DEACTIVATE_REQUIRED.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Kịch bản 1.5</a:t>
                      </a:r>
                      <a:br/>
                      <a:r>
                        <a:t>Lọc &amp; Tìm kiếm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1. Chọn 'Lọc theo Khối' trên dropdown.</a:t>
                      </a:r>
                      <a:br/>
                      <a:r>
                        <a:t>2. Gõ từ khóa 'Soha' trên ô tìm kiếm.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Giao diện lọc tức thì theo thời gian thực (&lt; 200ms), hiển thị chính xác node khớp từ khóa.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KỊCH BẢN 1.1: XEM &amp; ĐIỀU HƯỚNG PHÂN CẤP ĐA CỘT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Thao Tác 1: Mở Rộng Cây Cơ Cấu Tổ Chức 5 Tầng</a:t>
            </a:r>
          </a:p>
        </p:txBody>
      </p:sp>
      <p:pic>
        <p:nvPicPr>
          <p:cNvPr id="3" name="Picture 2" descr="01_step_navigation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949440" cy="337873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63840" y="1463040"/>
            <a:ext cx="356616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CÁC BƯỚC THAO TÁC CỤ THỂ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Bước 1: Chọn Khối (Điểm 1)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Click chọn Khối 'Admicro' tại Cột 1. Cột BU bên cạnh lập tức kích hoạt nạp 9 đơn vị thành viên.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Bước 2: Chọn BU (Điểm 2)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Click chọn BU 'Sản phẩm lõi' tại Cột 2.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Bước 3: Cột Phòng ban bung ra (Điểm 3)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Cột 3 hiển thị 4 phòng ban: Branding &amp; Martech, Admatic, Performance Marketing, PR Solution.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Bước 4: Cấp Bộ phận &amp; Nhóm (Điểm 4)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Click tiếp phòng ban để hiển thị các bộ phận con như Rubyk Agency, Dự án Media OS.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✔ Kết quả kiểm chứng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Dữ liệu phân cấp mượt mà, không gặp vòng lặp N+1 loop, phản hồi tức thì dưới 100ms.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KỊCH BẢN 1.2 &amp; 1.3: TẠO MỚI VÀ CHỈNH SỬA ĐƠN VỊ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Thao Tác 2: Điểm Nút Tạo Mới (+) &amp; Menu Thao Tác (...)</a:t>
            </a:r>
          </a:p>
        </p:txBody>
      </p:sp>
      <p:pic>
        <p:nvPicPr>
          <p:cNvPr id="3" name="Picture 2" descr="02_step_action_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949440" cy="337873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63840" y="1463040"/>
            <a:ext cx="356616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E11D48"/>
                </a:solidFill>
              </a:defRPr>
            </a:pPr>
            <a:r>
              <a:t>CHI TIẾT ĐIỂM THAO TÁC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❶ Nút (+) Thêm BU trực thuộc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Bấm nút (+) trên tiêu đề cột BU để tạo đơn vị BU con trực thuộc Khối đang chọn.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❷ Nút (+) Thêm Phòng ban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Bấm nút (+) trên cột Phòng ban để tạo phòng ban trực thuộc BU. Modal tự động khóa Khối &amp; Cha (Context-Locked).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❸ Nút (...) Menu thao tác đơn vị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Di chuột vào node để mở menu chức năng: Sửa tên đơn vị, Vô hiệu hóa đơn vị, hoặc Xóa (chỉ SA).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❹ Bộ lọc &amp; Tìm kiếm nhanh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Dùng ô tìm kiếm để tra cứu tức thì tên đơn vị mà không cần duyệt cây thủ công.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KỊCH BẢN 1.4 &amp; 1.5: STATUS GUARD &amp; DANH MỤC LINE TOÀN CÔNG TY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Thao Tác 3: Tra Cứu Đơn Vị Đã Đóng &amp; Tab Line Nhân Sự</a:t>
            </a:r>
          </a:p>
        </p:txBody>
      </p:sp>
      <p:pic>
        <p:nvPicPr>
          <p:cNvPr id="3" name="Picture 2" descr="03_step_guard_and_fil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949440" cy="337873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63840" y="1463040"/>
            <a:ext cx="356616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CÁC CHỨC NĂNG NÂNG CAO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❶ Switch Hiển thị đơn vị đã vô hiệu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Gạt nút switch để bung ra các đơn vị đã ngừng hoạt động trong lịch sử (tên có gạch ngang và mờ đi).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❷ Tab Line Nhân Sự Global (Cấp 6)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Bấm chuyển sang Tab bên cạnh để quản lý danh mục Line nhân sự dùng chung toàn công ty (parent_id = NULL).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❸ Scope Guard theo Khối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Hệ thống tự động phân quyền: EA chỉ được thao tác trong các Khối được cấp quyền; Root Khối chỉ SA mới được đổi tên.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✔ Cascade Deactivation Guard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Nếu đơn vị đang có nhân viên active, hệ thống chặn vô hiệu hóa và cảnh báo lỗi CASCADE_DEACTIVATE_REQUIRED.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ĐẢM BẢO TÍNH TOÀN VẸN VÀ HIỆU NĂNG HỆ THỐNG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3. Điểm Rủi Ro Kỹ Thuật (P6 Checkpoints) &amp; Khuyến Nghị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TRUY VẤN ĐỆ QUY &amp; HIỆU NĂNG N+1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Cây tổ chức có hơn 626 đơn vị, backend nạp qua single-pass query kết hợp Drizzle ORM.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Frontend chia theo từng cột chọn lựa cấp cha, triệt tiêu nguy cơ vòng lặp đệ quy vô hạn hoặc treo trang (White screen).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Tuân thủ trần giới hạn ORG_UNIT_MAX_ROWS = 1000 bản ghi.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554480"/>
            <a:ext cx="33832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RÀNG BUỘC PHÂN CẤP &amp; SCOPE GUARD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Mọi thao tác di chuyển nhánh (Reparenting) hoặc tạo đơn vị con bắt buộc cùng Khối với node cha.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Đổi tên Root Khối là đặc quyền riêng của SuperAdmin (SA).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Tự động chuẩn hóa khoảng trắng thừa tránh duplicate key trong DB.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554480"/>
            <a:ext cx="33832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E11D48"/>
                </a:solidFill>
              </a:defRPr>
            </a:pPr>
            <a:r>
              <a:t>BẢO TOÀN LỊCH SỬ TEMPORAL ASSIGNMENT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Vô hiệu hóa đơn vị không xóa cứng (Hard delete) dữ liệu trong database.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Lịch sử công tác của nhân viên tại đơn vị cũ được bảo toàn nguyên vẹn qua bảng employee_org_assignments.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Cascade Guard ngăn chặn rủi ro làm mất thông tin đơn vị trực thuộc của nhân sự đang active.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